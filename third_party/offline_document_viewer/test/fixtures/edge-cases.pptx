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Slides/notesSlide1.xml" ContentType="application/vnd.openxmlformats-officedocument.presentationml.notes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IdM"/>
  </p:sldMasterIdLst>
  <p:sldIdLst>
    <p:sldId id="256" r:id="rIdS1"/>
    <p:sldId id="257" r:id="rIdS2"/>
    <p:sldId id="258" r:id="rIdS3"/>
    <p:sldId id="259" r:id="rIdS4"/>
  </p:sldIdLst>
  <p:sldSz cx="9144000" cy="6858000" type="screen4x3"/>
  <p:notesSz cx="6858000" cy="9144000"/>
</p:presentation>
</file>

<file path=ppt/_rels/presentation.xml.rels><?xml version="1.0" encoding="UTF-8" standalone="yes"?><Relationships xmlns="http://schemas.openxmlformats.org/package/2006/relationships"><Relationship Id="rIdM" Type="http://schemas.openxmlformats.org/officeDocument/2006/relationships/slideMaster" Target="slideMasters/slideMaster1.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T" Type="http://schemas.openxmlformats.org/officeDocument/2006/relationships/theme" Target="theme/theme1.xml"/></Relationships>
</file>

<file path=ppt/notesSlides/_rels/notesSlide1.xml.rels><?xml version="1.0" encoding="UTF-8" standalone="yes"?><Relationships xmlns="http://schemas.openxmlformats.org/package/2006/relationships"><Relationship Id="rId1"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lar"/>
          <p:cNvSpPr/>
          <p:nvPr>
            <p:ph type="body" idx="1"/>
          </p:nvPr>
        </p:nvSpPr>
        <p:spPr/>
        <p:txBody>
          <a:bodyPr/>
          <a:lstStyle/>
          <a:p>
            <a:pPr/>
            <a:r>
              <a:rPr lang="tr-TR" sz="1200" dirty="0"/>
              <a:t>Konuşmacı notu: bu metin slaytta GÖRÜNMEMELİ. Renderer bunu slayt içeriğiyle karıştırıyorsa hata var.</a:t>
            </a: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obj" preserve="1">
  <p:cSld name="İçerik">
    <p:spTree>
      <p:nvGrpSpPr>
        <p:cNvPr id="1" name=""/>
        <p:cNvGrpSpPr/>
        <p:nvPr/>
      </p:nvGrpSpPr>
      <p:grpSpPr/>
      <p:sp>
        <p:nvSpPr>
          <p:cNvPr id="2" name="Icerik Yer Tutucu"/>
          <p:cNvSpPr>
            <a:spLocks noGrp="1"/>
          </p:cNvSpPr>
          <p:nvPr>
            <p:ph type="body" idx="1"/>
          </p:nvPr>
        </p:nvSpPr>
        <p:spPr>
          <a:xfrm>
            <a:off x="457200" y="1200000"/>
            <a:ext cx="8229600" cy="4500000"/>
          </a:xfrm>
        </p:spPr>
        <p:txBody>
          <a:bodyPr/>
          <a:lstStyle>
            <a:lvl1pPr marL="342900" indent="-342900">
              <a:buClr>
                <a:schemeClr val="accent1"/>
              </a:buClr>
              <a:buFont typeface="Wingdings" pitchFamily="2" charset="2"/>
              <a:buChar char="n"/>
            </a:lvl1pPr>
            <a:lvl2pPr marL="742950" indent="-285750">
              <a:buClr>
                <a:schemeClr val="accent2"/>
              </a:buClr>
              <a:buFont typeface="Wingdings 2" pitchFamily="2" charset="2"/>
              <a:buChar char=""/>
            </a:lvl2pPr>
            <a:lvl3pPr marL="1143000" indent="-228600">
              <a:buClr>
                <a:schemeClr val="accent3"/>
              </a:buClr>
              <a:buFont typeface="Wingdings" pitchFamily="2" charset="2"/>
              <a:buChar char="§"/>
            </a:lvl3pPr>
            <a:lvl4pPr marL="1600200" indent="-228600"/>
          </a:lstStyle>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a:lvl1pPr marL="342900" indent="-342900">
        <a:buClr>
          <a:schemeClr val="accent1"/>
        </a:buClr>
        <a:buFont typeface="Wingdings" pitchFamily="2" charset="2"/>
        <a:buChar char="n"/>
      </a:lvl1pPr>
      <a:lvl2pPr marL="742950" indent="-285750">
        <a:buClr>
          <a:schemeClr val="accent2"/>
        </a:buClr>
        <a:buFont typeface="Wingdings 2" pitchFamily="2" charset="2"/>
        <a:buChar char=""/>
      </a:lvl2pPr>
      <a:lvl3pPr marL="1143000" indent="-228600">
        <a:buClr>
          <a:schemeClr val="accent3"/>
        </a:buClr>
        <a:buFont typeface="Wingdings" pitchFamily="2" charset="2"/>
        <a:buChar char="§"/>
      </a:lvl3pPr>
      <a:lvl4pPr marL="1600200" indent="-228600"/>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Img"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slik"/>
          <p:cNvSpPr/>
          <p:nvPr/>
        </p:nvSpPr>
        <p:spPr>
          <a:xfrm>
            <a:off x="457200" y="274638"/>
            <a:ext cx="8229600" cy="900000"/>
          </a:xfrm>
          <a:prstGeom prst="rect">
            <a:avLst/>
          </a:prstGeom>
        </p:spPr>
        <p:txBody>
          <a:bodyPr anchor="ctr"/>
          <a:lstStyle/>
          <a:p>
            <a:pPr algn="ctr"/>
            <a:r>
              <a:rPr lang="tr-TR" sz="3200" b="1" dirty="0">
                <a:solidFill>
                  <a:schemeClr val="accent1"/>
                </a:solidFill>
              </a:rPr>
              <a:t>Kenar Durumu Sunumu</a:t>
            </a:r>
          </a:p>
        </p:txBody>
      </p:sp>
      <p:sp>
        <p:nvSpPr>
          <p:cNvPr id="10" name="accent1"/>
          <p:cNvSpPr/>
          <p:nvPr/>
        </p:nvSpPr>
        <p:spPr>
          <a:xfrm>
            <a:off x="457200" y="1400000"/>
            <a:ext cx="1200000" cy="900000"/>
          </a:xfrm>
          <a:prstGeom prst="roundRect">
            <a:avLst/>
          </a:prstGeom>
          <a:solidFill>
            <a:schemeClr val="accent1"/>
          </a:solidFill>
        </p:spPr>
        <p:txBody>
          <a:bodyPr anchor="ctr"/>
          <a:lstStyle/>
          <a:p>
            <a:pPr algn="ctr"/>
            <a:r>
              <a:rPr lang="tr-TR" sz="1200" b="1" dirty="0">
                <a:solidFill>
                  <a:srgbClr val="FFFFFF"/>
                </a:solidFill>
              </a:rPr>
              <a:t>accent1</a:t>
            </a:r>
          </a:p>
        </p:txBody>
      </p:sp>
      <p:sp>
        <p:nvSpPr>
          <p:cNvPr id="11" name="accent2"/>
          <p:cNvSpPr/>
          <p:nvPr/>
        </p:nvSpPr>
        <p:spPr>
          <a:xfrm>
            <a:off x="1828800" y="1400000"/>
            <a:ext cx="1200000" cy="900000"/>
          </a:xfrm>
          <a:prstGeom prst="roundRect">
            <a:avLst/>
          </a:prstGeom>
          <a:solidFill>
            <a:schemeClr val="accent2"/>
          </a:solidFill>
        </p:spPr>
        <p:txBody>
          <a:bodyPr anchor="ctr"/>
          <a:lstStyle/>
          <a:p>
            <a:pPr algn="ctr"/>
            <a:r>
              <a:rPr lang="tr-TR" sz="1200" b="1" dirty="0">
                <a:solidFill>
                  <a:srgbClr val="FFFFFF"/>
                </a:solidFill>
              </a:rPr>
              <a:t>accent2</a:t>
            </a:r>
          </a:p>
        </p:txBody>
      </p:sp>
      <p:sp>
        <p:nvSpPr>
          <p:cNvPr id="12" name="accent3"/>
          <p:cNvSpPr/>
          <p:nvPr/>
        </p:nvSpPr>
        <p:spPr>
          <a:xfrm>
            <a:off x="3200400" y="1400000"/>
            <a:ext cx="1200000" cy="900000"/>
          </a:xfrm>
          <a:prstGeom prst="roundRect">
            <a:avLst/>
          </a:prstGeom>
          <a:solidFill>
            <a:schemeClr val="accent3"/>
          </a:solidFill>
        </p:spPr>
        <p:txBody>
          <a:bodyPr anchor="ctr"/>
          <a:lstStyle/>
          <a:p>
            <a:pPr algn="ctr"/>
            <a:r>
              <a:rPr lang="tr-TR" sz="1200" b="1" dirty="0">
                <a:solidFill>
                  <a:srgbClr val="FFFFFF"/>
                </a:solidFill>
              </a:rPr>
              <a:t>accent3</a:t>
            </a:r>
          </a:p>
        </p:txBody>
      </p:sp>
      <p:sp>
        <p:nvSpPr>
          <p:cNvPr id="13" name="accent4"/>
          <p:cNvSpPr/>
          <p:nvPr/>
        </p:nvSpPr>
        <p:spPr>
          <a:xfrm>
            <a:off x="4572000" y="1400000"/>
            <a:ext cx="1200000" cy="900000"/>
          </a:xfrm>
          <a:prstGeom prst="roundRect">
            <a:avLst/>
          </a:prstGeom>
          <a:solidFill>
            <a:schemeClr val="accent4"/>
          </a:solidFill>
        </p:spPr>
        <p:txBody>
          <a:bodyPr anchor="ctr"/>
          <a:lstStyle/>
          <a:p>
            <a:pPr algn="ctr"/>
            <a:r>
              <a:rPr lang="tr-TR" sz="1200" b="1" dirty="0">
                <a:solidFill>
                  <a:srgbClr val="FFFFFF"/>
                </a:solidFill>
              </a:rPr>
              <a:t>accent4</a:t>
            </a:r>
          </a:p>
        </p:txBody>
      </p:sp>
      <p:sp>
        <p:nvSpPr>
          <p:cNvPr id="14" name="accent5"/>
          <p:cNvSpPr/>
          <p:nvPr/>
        </p:nvSpPr>
        <p:spPr>
          <a:xfrm>
            <a:off x="5943600" y="1400000"/>
            <a:ext cx="1200000" cy="900000"/>
          </a:xfrm>
          <a:prstGeom prst="roundRect">
            <a:avLst/>
          </a:prstGeom>
          <a:solidFill>
            <a:schemeClr val="accent5"/>
          </a:solidFill>
        </p:spPr>
        <p:txBody>
          <a:bodyPr anchor="ctr"/>
          <a:lstStyle/>
          <a:p>
            <a:pPr algn="ctr"/>
            <a:r>
              <a:rPr lang="tr-TR" sz="1200" b="1" dirty="0">
                <a:solidFill>
                  <a:srgbClr val="FFFFFF"/>
                </a:solidFill>
              </a:rPr>
              <a:t>accent5</a:t>
            </a:r>
          </a:p>
        </p:txBody>
      </p:sp>
      <p:sp>
        <p:nvSpPr>
          <p:cNvPr id="15" name="accent6"/>
          <p:cNvSpPr/>
          <p:nvPr/>
        </p:nvSpPr>
        <p:spPr>
          <a:xfrm>
            <a:off x="7315200" y="1400000"/>
            <a:ext cx="1200000" cy="900000"/>
          </a:xfrm>
          <a:prstGeom prst="roundRect">
            <a:avLst/>
          </a:prstGeom>
          <a:solidFill>
            <a:schemeClr val="accent6"/>
          </a:solidFill>
        </p:spPr>
        <p:txBody>
          <a:bodyPr anchor="ctr"/>
          <a:lstStyle/>
          <a:p>
            <a:pPr algn="ctr"/>
            <a:r>
              <a:rPr lang="tr-TR" sz="1200" b="1" dirty="0">
                <a:solidFill>
                  <a:srgbClr val="FFFFFF"/>
                </a:solidFill>
              </a:rPr>
              <a:t>accent6</a:t>
            </a:r>
          </a:p>
        </p:txBody>
      </p:sp>
      <p:sp>
        <p:nvSpPr>
          <p:cNvPr id="20" name="ton0"/>
          <p:cNvSpPr/>
          <p:nvPr/>
        </p:nvSpPr>
        <p:spPr>
          <a:xfrm>
            <a:off x="457200" y="2500000"/>
            <a:ext cx="2000000" cy="800000"/>
          </a:xfrm>
          <a:prstGeom prst="roundRect">
            <a:avLst/>
          </a:prstGeom>
          <a:solidFill>
            <a:schemeClr val="accent1">
              <a:lumMod val="60000"/>
              <a:lumOff val="40000"/>
            </a:schemeClr>
          </a:solidFill>
        </p:spPr>
        <p:txBody>
          <a:bodyPr anchor="ctr"/>
          <a:lstStyle/>
          <a:p>
            <a:pPr algn="ctr"/>
            <a:r>
              <a:rPr lang="tr-TR" sz="1200" b="1" dirty="0">
                <a:solidFill>
                  <a:srgbClr val="FFFFFF"/>
                </a:solidFill>
              </a:rPr>
              <a:t>accent1 %60 açık</a:t>
            </a:r>
          </a:p>
        </p:txBody>
      </p:sp>
      <p:sp>
        <p:nvSpPr>
          <p:cNvPr id="21" name="ton1"/>
          <p:cNvSpPr/>
          <p:nvPr/>
        </p:nvSpPr>
        <p:spPr>
          <a:xfrm>
            <a:off x="2657200" y="2500000"/>
            <a:ext cx="2000000" cy="800000"/>
          </a:xfrm>
          <a:prstGeom prst="roundRect">
            <a:avLst/>
          </a:prstGeom>
          <a:solidFill>
            <a:schemeClr val="accent1">
              <a:lumMod val="75000"/>
              <a:lumOff val="0"/>
            </a:schemeClr>
          </a:solidFill>
        </p:spPr>
        <p:txBody>
          <a:bodyPr anchor="ctr"/>
          <a:lstStyle/>
          <a:p>
            <a:pPr algn="ctr"/>
            <a:r>
              <a:rPr lang="tr-TR" sz="1200" b="1" dirty="0">
                <a:solidFill>
                  <a:srgbClr val="FFFFFF"/>
                </a:solidFill>
              </a:rPr>
              <a:t>accent1 %75 koyu</a:t>
            </a:r>
          </a:p>
        </p:txBody>
      </p:sp>
      <p:sp>
        <p:nvSpPr>
          <p:cNvPr id="30" name="Gradyan"/>
          <p:cNvSpPr/>
          <p:nvPr/>
        </p:nvSpPr>
        <p:spPr>
          <a:xfrm>
            <a:off x="5000000" y="2500000"/>
            <a:ext cx="3600000" cy="800000"/>
          </a:xfrm>
          <a:prstGeom prst="roundRect">
            <a:avLst/>
          </a:prstGeom>
          <a:gradFill rotWithShape="1">
            <a:gsLst>
              <a:gs pos="0">
                <a:schemeClr val="accent1"/>
              </a:gs>
              <a:gs pos="50000">
                <a:schemeClr val="accent4"/>
              </a:gs>
              <a:gs pos="100000">
                <a:schemeClr val="accent2"/>
              </a:gs>
            </a:gsLst>
            <a:lin ang="2700000" scaled="0"/>
          </a:gradFill>
        </p:spPr>
        <p:txBody>
          <a:bodyPr anchor="ctr"/>
          <a:lstStyle/>
          <a:p>
            <a:pPr algn="ctr"/>
            <a:r>
              <a:rPr lang="tr-TR" sz="1200" b="1" dirty="0">
                <a:solidFill>
                  <a:srgbClr val="FFFFFF"/>
                </a:solidFill>
              </a:rPr>
              <a:t>gradyan dolgu (3 durak)</a:t>
            </a:r>
          </a:p>
        </p:txBody>
      </p:sp>
      <p:sp>
        <p:nvSpPr>
          <p:cNvPr id="31" name="Kesikli"/>
          <p:cNvSpPr/>
          <p:nvPr/>
        </p:nvSpPr>
        <p:spPr>
          <a:xfrm>
            <a:off x="457200" y="3600000"/>
            <a:ext cx="2000000" cy="1400000"/>
          </a:xfrm>
          <a:prstGeom prst="ellipse">
            <a:avLst/>
          </a:prstGeom>
          <a:solidFill>
            <a:srgbClr val="FFFFFF"/>
          </a:solidFill>
          <a:ln w="28575">
            <a:solidFill>
              <a:schemeClr val="accent6"/>
            </a:solidFill>
            <a:prstDash val="dash"/>
          </a:ln>
        </p:spPr>
        <p:txBody>
          <a:bodyPr anchor="ctr"/>
          <a:lstStyle/>
          <a:p>
            <a:pPr algn="ctr"/>
            <a:r>
              <a:rPr lang="tr-TR" sz="1100" dirty="0"/>
              <a:t>kesikli kenarlık</a:t>
            </a:r>
          </a:p>
        </p:txBody>
      </p:sp>
      <p:sp>
        <p:nvSpPr>
          <p:cNvPr id="32" name="Ucgen"/>
          <p:cNvSpPr/>
          <p:nvPr/>
        </p:nvSpPr>
        <p:spPr>
          <a:xfrm>
            <a:off x="2800000" y="3600000"/>
            <a:ext cx="1600000" cy="1400000"/>
          </a:xfrm>
          <a:prstGeom prst="triangle">
            <a:avLst/>
          </a:prstGeom>
          <a:solidFill>
            <a:schemeClr val="accent3"/>
          </a:solidFill>
        </p:spPr>
        <p:txBody>
          <a:bodyPr anchor="ctr"/>
          <a:lstStyle/>
          <a:p/>
        </p:txBody>
      </p:sp>
      <p:sp>
        <p:nvSpPr>
          <p:cNvPr id="33" name="Yildiz"/>
          <p:cNvSpPr/>
          <p:nvPr/>
        </p:nvSpPr>
        <p:spPr>
          <a:xfrm>
            <a:off x="4600000" y="3600000"/>
            <a:ext cx="1600000" cy="1400000"/>
          </a:xfrm>
          <a:prstGeom prst="star5">
            <a:avLst/>
          </a:prstGeom>
          <a:solidFill>
            <a:schemeClr val="accent4"/>
          </a:solidFill>
        </p:spPr>
        <p:txBody>
          <a:bodyPr anchor="ctr"/>
          <a:lstStyle/>
          <a:p/>
        </p:txBody>
      </p:sp>
      <p:sp>
        <p:nvSpPr>
          <p:cNvPr id="34" name="Ok"/>
          <p:cNvSpPr/>
          <p:nvPr/>
        </p:nvSpPr>
        <p:spPr>
          <a:xfrm>
            <a:off x="6400000" y="3600000"/>
            <a:ext cx="2200000" cy="1400000"/>
          </a:xfrm>
          <a:prstGeom prst="rightArrow">
            <a:avLst/>
          </a:prstGeom>
          <a:solidFill>
            <a:schemeClr val="accent5"/>
          </a:solidFill>
        </p:spPr>
        <p:txBody>
          <a:bodyPr anchor="ctr"/>
          <a:lstStyle/>
          <a:p>
            <a:pPr algn="ctr"/>
            <a:r>
              <a:rPr lang="tr-TR" sz="1000" dirty="0">
                <a:solidFill>
                  <a:srgbClr val="FFFFFF"/>
                </a:solidFill>
              </a:rPr>
              <a:t>preset geometri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Baslik2"/>
          <p:cNvSpPr/>
          <p:nvPr/>
        </p:nvSpPr>
        <p:spPr>
          <a:xfrm>
            <a:off x="457200" y="274638"/>
            <a:ext cx="8229600" cy="800000"/>
          </a:xfrm>
          <a:prstGeom prst="rect">
            <a:avLst/>
          </a:prstGeom>
        </p:spPr>
        <p:txBody>
          <a:bodyPr anchor="ctr"/>
          <a:lstStyle/>
          <a:p>
            <a:pPr/>
            <a:r>
              <a:rPr lang="tr-TR" sz="2400" b="1" dirty="0">
                <a:solidFill>
                  <a:schemeClr val="accent1"/>
                </a:solidFill>
              </a:rPr>
              <a:t>Madde İmleri, Numaralandırma, Çok Dillilik</a:t>
            </a:r>
          </a:p>
        </p:txBody>
      </p:sp>
      <p:sp>
        <p:nvSpPr>
          <p:cNvPr id="2" name="Icerik"/>
          <p:cNvSpPr>
            <a:spLocks noGrp="1"/>
          </p:cNvSpPr>
          <p:nvPr>
            <p:ph type="body" idx="1"/>
          </p:nvPr>
        </p:nvSpPr>
        <p:spPr>
          <a:xfrm>
            <a:off x="457200" y="1200000"/>
            <a:ext cx="8229600" cy="4500000"/>
          </a:xfrm>
        </p:spPr>
        <p:txBody>
          <a:bodyPr/>
          <a:lstStyle/>
          <a:p>
            <a:pPr/>
            <a:r>
              <a:rPr lang="tr-TR" sz="2000" dirty="0"/>
              <a:t>Birinci seviye — madde imi layout'tan miras</a:t>
            </a:r>
          </a:p>
          <a:p>
            <a:pPr lvl="1"/>
            <a:r>
              <a:rPr lang="tr-TR" sz="1800" dirty="0"/>
              <a:t>İkinci seviye — farklı Wingdings karakteri</a:t>
            </a:r>
          </a:p>
          <a:p>
            <a:pPr lvl="2"/>
            <a:r>
              <a:rPr lang="tr-TR" sz="1600" dirty="0"/>
              <a:t>Üçüncü seviye</a:t>
            </a:r>
          </a:p>
          <a:p>
            <a:pPr lvl="3">
              <a:buFont typeface="+mj-lt"/>
              <a:buAutoNum type="arabicPeriod"/>
            </a:pPr>
            <a:r>
              <a:rPr lang="tr-TR" sz="1800" dirty="0"/>
              <a:t>Otomatik numaralandırma</a:t>
            </a:r>
          </a:p>
          <a:p>
            <a:pPr lvl="3">
              <a:buFont typeface="+mj-lt"/>
              <a:buAutoNum type="arabicPeriod"/>
            </a:pPr>
            <a:r>
              <a:rPr lang="tr-TR" sz="1800" dirty="0"/>
              <a:t>İkinci numaralı madde</a:t>
            </a:r>
          </a:p>
          <a:p>
            <a:pPr lvl="1">
              <a:buNone/>
            </a:pPr>
            <a:r>
              <a:rPr lang="tr-TR" sz="1600" dirty="0"/>
              <a:t>madde imi yok</a:t>
            </a:r>
          </a:p>
          <a:p>
            <a:pPr>
              <a:buNone/>
            </a:pPr>
            <a:r>
              <a:rPr lang="ja-JP" sz="1600" dirty="0"/>
              <a:t>CJK: 日本語テキスト · 한국어 · 简体中文</a:t>
            </a:r>
          </a:p>
          <a:p>
            <a:pPr algn="r" rtl="1">
              <a:buNone/>
            </a:pPr>
            <a:r>
              <a:rPr lang="ar-SA" sz="1600" dirty="0"/>
              <a:t>RTL: مرحبا بالعالم — نص من اليمين إلى اليسار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Baslik3"/>
          <p:cNvSpPr/>
          <p:nvPr/>
        </p:nvSpPr>
        <p:spPr>
          <a:xfrm>
            <a:off x="457200" y="274638"/>
            <a:ext cx="8229600" cy="800000"/>
          </a:xfrm>
          <a:prstGeom prst="rect">
            <a:avLst/>
          </a:prstGeom>
        </p:spPr>
        <p:txBody>
          <a:bodyPr anchor="ctr"/>
          <a:lstStyle/>
          <a:p>
            <a:pPr/>
            <a:r>
              <a:rPr lang="tr-TR" sz="2400" b="1" dirty="0">
                <a:solidFill>
                  <a:schemeClr val="accent1"/>
                </a:solidFill>
              </a:rPr>
              <a:t>Tablo, Görsel, Çok Sütun</a:t>
            </a:r>
          </a:p>
        </p:txBody>
      </p:sp>
      <p:graphicFrame>
        <p:nvGraphicFramePr>
          <p:cNvPr id="40" name="Tablo"/>
          <p:cNvGraphicFramePr/>
          <p:nvPr/>
        </p:nvGraphicFramePr>
        <p:xfrm>
          <a:off x="457200" y="1200000"/>
          <a:ext cx="4500000" cy="2000000"/>
        </p:xfrm>
        <a:graphic>
          <a:graphicData uri="http://schemas.openxmlformats.org/drawingml/2006/table">
            <a:tbl>
              <a:tblPr firstRow="1" bandRow="1"/>
              <a:tblGrid>
                <a:gridCol w="2000000"/>
                <a:gridCol w="1250000"/>
                <a:gridCol w="1250000"/>
              </a:tblGrid>
              <a:tr h="400000">
                <a:tc gridSpan="3">
                  <a:txBody>
                    <a:bodyPr/>
                    <a:lstStyle/>
                    <a:p>
                      <a:pPr algn="ctr"/>
                      <a:r>
                        <a:rPr lang="tr-TR" sz="1200" b="1" dirty="0">
                          <a:solidFill>
                            <a:srgbClr val="FFFFFF"/>
                          </a:solidFill>
                        </a:rPr>
                        <a:t>Birleşik Başlık</a:t>
                      </a:r>
                    </a:p>
                  </a:txBody>
                  <a:tcPr>
                    <a:solidFill>
                      <a:schemeClr val="accent1"/>
                    </a:solidFill>
                  </a:tcPr>
                </a:tc>
                <a:tc hMerge="1">
                  <a:txBody>
                    <a:bodyPr/>
                    <a:lstStyle/>
                    <a:p>
                      <a:pPr algn="ctr"/>
                      <a:r>
                        <a:rPr lang="tr-TR" sz="1200" b="1" dirty="0">
                          <a:solidFill>
                            <a:srgbClr val="FFFFFF"/>
                          </a:solidFill>
                        </a:rPr>
                        <a:t/>
                      </a:r>
                    </a:p>
                  </a:txBody>
                  <a:tcPr>
                    <a:solidFill>
                      <a:schemeClr val="accent1"/>
                    </a:solidFill>
                  </a:tcPr>
                </a:tc>
                <a:tc hMerge="1">
                  <a:txBody>
                    <a:bodyPr/>
                    <a:lstStyle/>
                    <a:p>
                      <a:pPr algn="ctr"/>
                      <a:r>
                        <a:rPr lang="tr-TR" sz="1200" b="1" dirty="0">
                          <a:solidFill>
                            <a:srgbClr val="FFFFFF"/>
                          </a:solidFill>
                        </a:rPr>
                        <a:t/>
                      </a:r>
                    </a:p>
                  </a:txBody>
                  <a:tcPr>
                    <a:solidFill>
                      <a:schemeClr val="accent1"/>
                    </a:solidFill>
                  </a:tcPr>
                </a:tc>
              </a:tr>
              <a:tr h="370000">
                <a:tc>
                  <a:txBody>
                    <a:bodyPr/>
                    <a:lstStyle/>
                    <a:p>
                      <a:pPr algn="ctr"/>
                      <a:r>
                        <a:rPr lang="tr-TR" sz="1200" b="1" dirty="0">
                          <a:solidFill>
                            <a:srgbClr val="FFFFFF"/>
                          </a:solidFill>
                        </a:rPr>
                        <a:t>Ürün</a:t>
                      </a:r>
                    </a:p>
                  </a:txBody>
                  <a:tcPr>
                    <a:solidFill>
                      <a:schemeClr val="accent1"/>
                    </a:solidFill>
                  </a:tcPr>
                </a:tc>
                <a:tc>
                  <a:txBody>
                    <a:bodyPr/>
                    <a:lstStyle/>
                    <a:p>
                      <a:pPr algn="ctr"/>
                      <a:r>
                        <a:rPr lang="tr-TR" sz="1200" b="1" dirty="0">
                          <a:solidFill>
                            <a:srgbClr val="FFFFFF"/>
                          </a:solidFill>
                        </a:rPr>
                        <a:t>Adet</a:t>
                      </a:r>
                    </a:p>
                  </a:txBody>
                  <a:tcPr>
                    <a:solidFill>
                      <a:schemeClr val="accent1"/>
                    </a:solidFill>
                  </a:tcPr>
                </a:tc>
                <a:tc>
                  <a:txBody>
                    <a:bodyPr/>
                    <a:lstStyle/>
                    <a:p>
                      <a:pPr algn="ctr"/>
                      <a:r>
                        <a:rPr lang="tr-TR" sz="1200" b="1" dirty="0">
                          <a:solidFill>
                            <a:srgbClr val="FFFFFF"/>
                          </a:solidFill>
                        </a:rPr>
                        <a:t>Fiyat</a:t>
                      </a:r>
                    </a:p>
                  </a:txBody>
                  <a:tcPr>
                    <a:solidFill>
                      <a:schemeClr val="accent1"/>
                    </a:solidFill>
                  </a:tcPr>
                </a:tc>
              </a:tr>
              <a:tr h="370000">
                <a:tc>
                  <a:txBody>
                    <a:bodyPr/>
                    <a:lstStyle/>
                    <a:p>
                      <a:pPr algn="ctr"/>
                      <a:r>
                        <a:rPr lang="tr-TR" sz="1200" dirty="0"/>
                        <a:t>Kalem</a:t>
                      </a:r>
                    </a:p>
                  </a:txBody>
                  <a:tcPr/>
                </a:tc>
                <a:tc>
                  <a:txBody>
                    <a:bodyPr/>
                    <a:lstStyle/>
                    <a:p>
                      <a:pPr algn="ctr"/>
                      <a:r>
                        <a:rPr lang="tr-TR" sz="1200" dirty="0"/>
                        <a:t>12</a:t>
                      </a:r>
                    </a:p>
                  </a:txBody>
                  <a:tcPr>
                    <a:solidFill>
                      <a:schemeClr val="accent1">
                        <a:lumMod val="20000"/>
                        <a:lumOff val="80000"/>
                      </a:schemeClr>
                    </a:solidFill>
                  </a:tcPr>
                </a:tc>
                <a:tc>
                  <a:txBody>
                    <a:bodyPr/>
                    <a:lstStyle/>
                    <a:p>
                      <a:pPr algn="ctr"/>
                      <a:r>
                        <a:rPr lang="tr-TR" sz="1200" dirty="0"/>
                        <a:t>45,00</a:t>
                      </a:r>
                    </a:p>
                  </a:txBody>
                  <a:tcPr/>
                </a:tc>
              </a:tr>
              <a:tr h="370000">
                <a:tc>
                  <a:txBody>
                    <a:bodyPr/>
                    <a:lstStyle/>
                    <a:p>
                      <a:pPr algn="ctr"/>
                      <a:r>
                        <a:rPr lang="tr-TR" sz="1200" dirty="0"/>
                        <a:t>Defter</a:t>
                      </a:r>
                    </a:p>
                  </a:txBody>
                  <a:tcPr/>
                </a:tc>
                <a:tc>
                  <a:txBody>
                    <a:bodyPr/>
                    <a:lstStyle/>
                    <a:p>
                      <a:pPr algn="ctr"/>
                      <a:r>
                        <a:rPr lang="tr-TR" sz="1200" dirty="0"/>
                        <a:t>3</a:t>
                      </a:r>
                    </a:p>
                  </a:txBody>
                  <a:tcPr>
                    <a:solidFill>
                      <a:schemeClr val="accent1">
                        <a:lumMod val="20000"/>
                        <a:lumOff val="80000"/>
                      </a:schemeClr>
                    </a:solidFill>
                  </a:tcPr>
                </a:tc>
                <a:tc>
                  <a:txBody>
                    <a:bodyPr/>
                    <a:lstStyle/>
                    <a:p>
                      <a:pPr algn="ctr"/>
                      <a:r>
                        <a:rPr lang="tr-TR" sz="1200" dirty="0"/>
                        <a:t>120,50</a:t>
                      </a:r>
                    </a:p>
                  </a:txBody>
                  <a:tcPr/>
                </a:tc>
              </a:tr>
            </a:tbl>
          </a:graphicData>
        </a:graphic>
      </p:graphicFrame>
      <p:pic>
        <p:nvPicPr>
          <p:cNvPr id="41" name="Resim"/>
          <p:cNvPicPr/>
          <p:nvPr/>
        </p:nvPicPr>
        <p:blipFill>
          <a:blip r:embed="rIdImg"/>
          <a:stretch>
            <a:fillRect/>
          </a:stretch>
        </p:blipFill>
        <p:spPr>
          <a:xfrm>
            <a:off x="5300000" y="1200000"/>
            <a:ext cx="3300000" cy="2000000"/>
          </a:xfrm>
          <a:prstGeom prst="rect">
            <a:avLst/>
          </a:prstGeom>
        </p:spPr>
      </p:pic>
      <p:sp>
        <p:nvSpPr>
          <p:cNvPr id="42" name="IkiSutun"/>
          <p:cNvSpPr/>
          <p:nvPr/>
        </p:nvSpPr>
        <p:spPr>
          <a:xfrm>
            <a:off x="457200" y="3500000"/>
            <a:ext cx="8229600" cy="2200000"/>
          </a:xfrm>
          <a:prstGeom prst="rect">
            <a:avLst/>
          </a:prstGeom>
          <a:solidFill>
            <a:schemeClr val="accent1">
              <a:lumMod val="20000"/>
              <a:lumOff val="80000"/>
            </a:schemeClr>
          </a:solidFill>
        </p:spPr>
        <p:txBody>
          <a:bodyPr numCol="2" spcCol="228600" anchor="t"/>
          <a:lstStyle/>
          <a:p>
            <a:pPr>
              <a:buNone/>
            </a:pPr>
            <a:r>
              <a:rPr lang="tr-TR" sz="1200" dirty="0"/>
              <a:t>İki sütunlu metin kutusu. İki sütunlu metin kutusu. İki sütunlu metin kutusu. İki sütunlu metin kutusu. İki sütunlu metin kutusu. İki sütunlu metin kutusu. İki sütunlu metin kutusu. İki sütunlu metin kutusu.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Baslik4"/>
          <p:cNvSpPr/>
          <p:nvPr/>
        </p:nvSpPr>
        <p:spPr>
          <a:xfrm>
            <a:off x="457200" y="274638"/>
            <a:ext cx="8229600" cy="800000"/>
          </a:xfrm>
          <a:prstGeom prst="rect">
            <a:avLst/>
          </a:prstGeom>
        </p:spPr>
        <p:txBody>
          <a:bodyPr anchor="ctr"/>
          <a:lstStyle/>
          <a:p>
            <a:pPr/>
            <a:r>
              <a:rPr lang="tr-TR" sz="2400" b="1" dirty="0">
                <a:solidFill>
                  <a:schemeClr val="accent1"/>
                </a:solidFill>
              </a:rPr>
              <a:t>Gruplama, Döndürme, Bağlayıcı</a:t>
            </a:r>
          </a:p>
        </p:txBody>
      </p:sp>
      <p:grpSp>
        <p:nvGrpSpPr>
          <p:cNvPr id="50" name="Grup"/>
          <p:cNvGrpSpPr/>
          <p:nvPr/>
        </p:nvGrpSpPr>
        <p:grpSpPr>
          <a:xfrm>
            <a:off x="457200" y="1300000"/>
            <a:ext cx="3600000" cy="2000000"/>
            <a:chOff x="0" y="0"/>
            <a:chExt cx="3600000" cy="2000000"/>
          </a:xfrm>
        </p:grpSpPr>
        <p:sp>
          <p:nvSpPr>
            <p:cNvPr id="51" name="G1"/>
            <p:cNvSpPr/>
            <p:nvPr/>
          </p:nvSpPr>
          <p:spPr>
            <a:xfrm>
              <a:off x="0" y="0"/>
              <a:ext cx="1600000" cy="800000"/>
            </a:xfrm>
            <a:prstGeom prst="roundRect">
              <a:avLst/>
            </a:prstGeom>
            <a:solidFill>
              <a:schemeClr val="accent2"/>
            </a:solidFill>
          </p:spPr>
          <p:txBody>
            <a:bodyPr anchor="ctr"/>
            <a:lstStyle/>
            <a:p>
              <a:pPr algn="ctr"/>
              <a:r>
                <a:rPr lang="tr-TR" sz="1100" dirty="0">
                  <a:solidFill>
                    <a:srgbClr val="FFFFFF"/>
                  </a:solidFill>
                </a:rPr>
                <a:t>grup A</a:t>
              </a:r>
            </a:p>
          </p:txBody>
        </p:sp>
        <p:sp>
          <p:nvSpPr>
            <p:cNvPr id="52" name="G2"/>
            <p:cNvSpPr/>
            <p:nvPr/>
          </p:nvSpPr>
          <p:spPr>
            <a:xfrm>
              <a:off x="1900000" y="600000"/>
              <a:ext cx="1600000" cy="800000"/>
            </a:xfrm>
            <a:prstGeom prst="roundRect">
              <a:avLst/>
            </a:prstGeom>
            <a:solidFill>
              <a:schemeClr val="accent5"/>
            </a:solidFill>
          </p:spPr>
          <p:txBody>
            <a:bodyPr anchor="ctr"/>
            <a:lstStyle/>
            <a:p>
              <a:pPr algn="ctr"/>
              <a:r>
                <a:rPr lang="tr-TR" sz="1100" dirty="0">
                  <a:solidFill>
                    <a:srgbClr val="FFFFFF"/>
                  </a:solidFill>
                </a:rPr>
                <a:t>grup B</a:t>
              </a:r>
            </a:p>
          </p:txBody>
        </p:sp>
        <p:sp>
          <p:nvSpPr>
            <p:cNvPr id="53" name="G3"/>
            <p:cNvSpPr/>
            <p:nvPr/>
          </p:nvSpPr>
          <p:spPr>
            <a:xfrm>
              <a:off x="800000" y="1200000"/>
              <a:ext cx="1600000" cy="700000"/>
            </a:xfrm>
            <a:prstGeom prst="ellipse">
              <a:avLst/>
            </a:prstGeom>
            <a:solidFill>
              <a:schemeClr val="accent4"/>
            </a:solidFill>
          </p:spPr>
          <p:txBody>
            <a:bodyPr anchor="ctr"/>
            <a:lstStyle/>
            <a:p>
              <a:pPr algn="ctr"/>
              <a:r>
                <a:rPr lang="tr-TR" sz="1100" dirty="0"/>
                <a:t>grup C</a:t>
              </a:r>
            </a:p>
          </p:txBody>
        </p:sp>
      </p:grpSp>
      <p:cxnSp>
        <p:nvCxnSpPr>
          <p:cNvPr id="55" name="Baglayici"/>
          <p:cNvCxnSpPr/>
          <p:nvPr/>
        </p:nvCxnSpPr>
        <p:spPr>
          <a:xfrm>
            <a:off x="4300000" y="1500000"/>
            <a:ext cx="1000000" cy="800000"/>
          </a:xfrm>
          <a:prstGeom prst="straightConnector1">
            <a:avLst/>
          </a:prstGeom>
          <a:ln w="38100">
            <a:solidFill>
              <a:schemeClr val="accent6"/>
            </a:solidFill>
            <a:tailEnd type="triangle"/>
          </a:ln>
        </p:spPr>
      </p:cxnSp>
      <p:sp>
        <p:nvSpPr>
          <p:cNvPr id="56" name="Donuk"/>
          <p:cNvSpPr/>
          <p:nvPr/>
        </p:nvSpPr>
        <p:spPr>
          <a:xfrm rot="1800000">
            <a:off x="5500000" y="1300000"/>
            <a:ext cx="2600000" cy="900000"/>
          </a:xfrm>
          <a:prstGeom prst="roundRect">
            <a:avLst/>
          </a:prstGeom>
          <a:solidFill>
            <a:schemeClr val="accent3"/>
          </a:solidFill>
        </p:spPr>
        <p:txBody>
          <a:bodyPr anchor="ctr"/>
          <a:lstStyle/>
          <a:p>
            <a:pPr algn="ctr"/>
            <a:r>
              <a:rPr lang="tr-TR" sz="1200" b="1" dirty="0">
                <a:solidFill>
                  <a:srgbClr val="FFFFFF"/>
                </a:solidFill>
              </a:rPr>
              <a:t>30° döndürülmüş</a:t>
            </a:r>
          </a:p>
        </p:txBody>
      </p:sp>
      <p:sp>
        <p:nvSpPr>
          <p:cNvPr id="57" name="Dikey"/>
          <p:cNvSpPr/>
          <p:nvPr/>
        </p:nvSpPr>
        <p:spPr>
          <a:xfrm>
            <a:off x="5500000" y="2600000"/>
            <a:ext cx="900000" cy="2400000"/>
          </a:xfrm>
          <a:prstGeom prst="rect">
            <a:avLst/>
          </a:prstGeom>
          <a:solidFill>
            <a:schemeClr val="accent1">
              <a:lumMod val="40000"/>
              <a:lumOff val="60000"/>
            </a:schemeClr>
          </a:solidFill>
        </p:spPr>
        <p:txBody>
          <a:bodyPr vert="vert" anchor="ctr"/>
          <a:lstStyle/>
          <a:p>
            <a:pPr algn="ctr"/>
            <a:r>
              <a:rPr lang="tr-TR" sz="1400" b="1" dirty="0"/>
              <a:t>dikey metin</a:t>
            </a:r>
          </a:p>
        </p:txBody>
      </p:sp>
      <p:sp>
        <p:nvSpPr>
          <p:cNvPr id="58" name="Uzun"/>
          <p:cNvSpPr/>
          <p:nvPr/>
        </p:nvSpPr>
        <p:spPr>
          <a:xfrm>
            <a:off x="457200" y="3600000"/>
            <a:ext cx="4800000" cy="1400000"/>
          </a:xfrm>
          <a:prstGeom prst="rect">
            <a:avLst/>
          </a:prstGeom>
          <a:solidFill>
            <a:srgbClr val="FFFFFF"/>
          </a:solidFill>
          <a:ln w="28575">
            <a:solidFill>
              <a:schemeClr val="accent6"/>
            </a:solidFill>
            <a:prstDash val="dash"/>
          </a:ln>
        </p:spPr>
        <p:txBody>
          <a:bodyPr anchor="t"/>
          <a:lstStyle/>
          <a:p>
            <a:pPr/>
            <a:r>
              <a:rPr lang="tr-TR" sz="1600" dirty="0"/>
              <a:t>Kutuya sığmayan uzun bir metin — otomatik küçültme (normAutofit) uygulanmadığında taşar.</a:t>
            </a:r>
          </a:p>
        </p:txBody>
      </p:sp>
    </p:spTree>
  </p:cSld>
  <p:clrMapOvr>
    <a:masterClrMapping/>
  </p:clrMapOvr>
</p:sld>
</file>

<file path=ppt/theme/theme1.xml><?xml version="1.0" encoding="utf-8"?>
<a:theme xmlns:a="http://schemas.openxmlformats.org/drawingml/2006/main" name="Probe">
  <a:themeElements>
    <a:clrScheme name="Prob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obe">
      <a:majorFont>
        <a:latin typeface="Cambria"/>
        <a:ea typeface=""/>
        <a:cs typeface=""/>
      </a:majorFont>
      <a:minorFont>
        <a:latin typeface="Calibri"/>
        <a:ea typeface=""/>
        <a:cs typeface=""/>
      </a:minorFont>
    </a:fontScheme>
    <a:fmtScheme name="Prob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Microsoft Office PowerPoint</Application>
  <AppVersion>16.0000</AppVersion>
  <Slides>4</Slides>
</Properties>
</file>

<file path=docProps/core.xml><?xml version="1.0" encoding="utf-8"?>
<cp:coreProperties xmlns:cp="http://schemas.openxmlformats.org/package/2006/metadata/core-properties" xmlns:dc="http://purl.org/dc/elements/1.1/">
  <dc:title>Kenar Durumu Sunumu</dc:title>
  <dc:creator>office-render-probe</dc:creator>
</cp:coreProperties>
</file>